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ForgeBench-E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33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PingFang SC"/>
                <a:ea typeface="PingFang SC"/>
              </a:rPr>
              <a:t>个人实验方案怎么建立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评的是记忆本会不会真的忘掉。大模型只做决策骨干；同一骨干换记忆本，差出来的才算记忆分。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80160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81328"/>
            <a:ext cx="571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9105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/>
                <a:ea typeface="PingFang SC"/>
              </a:rPr>
              <a:t>评什么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98424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链路是：感知 → 记忆本 → 决策 → 动作。分数记在记忆本上。舵机或 MoMask 没做成，另记执行分，不进遗忘分。
主实验只评事实：口味、约定、住址、血压、关系。社交上该点头还是拥抱，以后单独做，不进主表。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81928" y="1481328"/>
            <a:ext cx="571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1591056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/>
                <a:ea typeface="PingFang SC"/>
              </a:rPr>
              <a:t>一条数据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1984248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先做 L2：写好的文字直接送进记忆本。每条有遗忘版和对照版，两版只差删除那一句。对照版没记住，遗忘不计分。
机器人没看见的记「未见」。删甜度要留下咖啡温度；删血压要留下搀扶。删完之后还要能学会同类新事实。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3904487"/>
            <a:ext cx="571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014215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/>
                <a:ea typeface="PingFang SC"/>
              </a:rPr>
              <a:t>怎么记分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407407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五处一起查：语言、规划、记忆本、画像、动作。问句里不放答案。
总评 FER：五处都干净，红队追问也钓不出，该留的还在，并且对照版当时记得。只看嘴上干不干净，不算忘掉。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81928" y="3904487"/>
            <a:ext cx="5715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4014215"/>
            <a:ext cx="5349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3A4B"/>
                </a:solidFill>
                <a:latin typeface="PingFang SC"/>
                <a:ea typeface="PingFang SC"/>
              </a:rPr>
              <a:t>下一步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4407407"/>
            <a:ext cx="5349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B1B1B"/>
                </a:solidFill>
                <a:latin typeface="PingFang SC"/>
                <a:ea typeface="PingFang SC"/>
              </a:rPr>
              <a:t>现有 MemoryStore 还没有删除接口，衰减强度也不参与检索。先补上删除、让衰减进入检索、删后重建画像、清掉动作缓存。
通过线：对照版存入 ≥ 0.8；至少一处比语言更脏；保持率不低于 0.8。然后再扩到 80 条成对数据。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" y="653796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个人实验方案  ·  2026.10.29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84048" y="20116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A6F6F"/>
                </a:solidFill>
                <a:latin typeface="PingFang SC"/>
                <a:ea typeface="PingFang SC"/>
              </a:rPr>
              <a:t>已有结果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4048" y="438912"/>
            <a:ext cx="1133856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B3A4B"/>
                </a:solidFill>
                <a:latin typeface="PingFang SC"/>
                <a:ea typeface="PingFang SC"/>
              </a:rPr>
              <a:t>已经跑过的小测试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914400"/>
            <a:ext cx="11338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5C5C"/>
                </a:solidFill>
                <a:latin typeface="PingFang SC"/>
                <a:ea typeface="PingFang SC"/>
              </a:rPr>
              <a:t>用来确认链路和尺子。下面的数字不是某个大模型的遗忘分数。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280160"/>
            <a:ext cx="960120" cy="50292"/>
          </a:xfrm>
          <a:prstGeom prst="rect">
            <a:avLst/>
          </a:prstGeom>
          <a:solidFill>
            <a:srgbClr val="C45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84048" y="1481328"/>
            <a:ext cx="11411712" cy="1554480"/>
          </a:xfrm>
          <a:prstGeom prst="rect">
            <a:avLst/>
          </a:prstGeom>
          <a:solidFill>
            <a:srgbClr val="E7F0F0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记忆本冒烟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1883664"/>
            <a:ext cx="11018520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tests/test_memory_hierarchy.py 写了 7 个检查：情绪画像、按情绪检索、丢掉低置信度、纯音频也能入库、能回链到离线 JSON、关键词检索、提示词少于 800 token。
和遗忘直接相关、并且这次复跑通过的一点：现有 MemoryStore 没有 forget()。strength 只是占位，检索不读它。7 个夹具检查依赖的会话文件不在当前检出里，这次没有重跑出新数字。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" y="3127248"/>
            <a:ext cx="1141171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21868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决策冒烟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529584"/>
            <a:ext cx="110185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experiment/e2e_spec/decision_smoke_summary.json：mock 规则 20 条全部通过，pass_rate = 1.0。
检查的是决策输出合不合法。它不调用大模型，也不测遗忘。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" y="4453128"/>
            <a:ext cx="1141171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544568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4B"/>
                </a:solidFill>
                <a:latin typeface="PingFang SC"/>
                <a:ea typeface="PingFang SC"/>
              </a:rPr>
              <a:t>遗忘尺子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855464"/>
            <a:ext cx="11018520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B1B1B"/>
                </a:solidFill>
                <a:latin typeface="PingFang SC"/>
                <a:ea typeface="PingFang SC"/>
              </a:rPr>
              <a:t>experiment/forget_bench：20 个家庭故事、144 条探针、7 种记账规则。单测 9 项，这次复跑全部通过。
情节层：语言遗忘率 1.000，行动泄漏 0.933，FER = 0。林阿姨的「不加糖」删掉后，嘴上说没有这项记录，手上仍倒黑咖啡。主题摘要 FER 0.853，误伤 0.625，删血压时搀扶也停了。什么都不记的系统 FER = 0；五处都擦掉的 Oracle，FER-E = 1。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" y="6537960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ForgeBench-E  ·  个人实验方案  ·  2026.10.29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C5C5C"/>
                </a:solidFill>
                <a:latin typeface="PingFang SC"/>
                <a:ea typeface="PingFang SC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陪伴机器人记忆遗忘：个人实验方案</dc:title>
  <dc:subject>ForgeBench-E 两页方案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