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12801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A227"/>
                </a:solidFill>
                <a:latin typeface="PingFang SC"/>
                <a:ea typeface="PingFang SC"/>
              </a:rPr>
              <a:t>组会进展汇报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  <a:ea typeface="PingFang SC"/>
              </a:rPr>
              <a:t>感知 → 决策 → MoMask 动作生成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832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5D4E0"/>
                </a:solidFill>
                <a:latin typeface="PingFang SC"/>
                <a:ea typeface="PingFang SC"/>
              </a:rPr>
              <a:t>A∥B 双轨架构落地 · 云侧联调计时拆解 · 端侧 MoMask 实测 · Qwen 部署进展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PingFang SC"/>
                <a:ea typeface="PingFang SC"/>
              </a:rPr>
              <a:t>HKUST  ·  RBM Project  ·  2026.08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CCC"/>
                </a:solidFill>
                <a:latin typeface="PingFang SC"/>
                <a:ea typeface="PingFang SC"/>
              </a:rPr>
              <a:t>覆盖周期：基线冻结、Mac 云侧 E2E、树莓派 4GB 部署与内存约束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汇报提纲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本次组会按「架构 → 实验 → 延迟拆解 → 端侧」四段讲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11247120" cy="84124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09728" cy="84124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441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PingFang SC"/>
                <a:ea typeface="PingFang SC"/>
              </a:rPr>
              <a:t>01  目标链路与 A∥B 架构（已冻结）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563"/>
                </a:solidFill>
                <a:latin typeface="PingFang SC"/>
                <a:ea typeface="PingFang SC"/>
              </a:rPr>
              <a:t>双轨 + 薄仲裁，默认 A 并行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11247120" cy="84124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109728" cy="84124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0428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PingFang SC"/>
                <a:ea typeface="PingFang SC"/>
              </a:rPr>
              <a:t>02  本阶段完成项与基线回归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63347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563"/>
                </a:solidFill>
                <a:latin typeface="PingFang SC"/>
                <a:ea typeface="PingFang SC"/>
              </a:rPr>
              <a:t>预置动作 enrichment、Mac pipeline、冻结标签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11247120" cy="84124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109728" cy="84124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6440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PingFang SC"/>
                <a:ea typeface="PingFang SC"/>
              </a:rPr>
              <a:t>03  云侧联调实验结果与延迟拆解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935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563"/>
                </a:solidFill>
                <a:latin typeface="PingFang SC"/>
                <a:ea typeface="PingFang SC"/>
              </a:rPr>
              <a:t>为何总时延 15s；视觉帧数 / 听觉处理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11247120" cy="84124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109728" cy="84124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245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PingFang SC"/>
                <a:ea typeface="PingFang SC"/>
              </a:rPr>
              <a:t>04  MoMask 2s vs 8.9s：口径问题，不是模型退化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5537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563"/>
                </a:solidFill>
                <a:latin typeface="PingFang SC"/>
                <a:ea typeface="PingFang SC"/>
              </a:rPr>
              <a:t>Pi 热启动 vs Mac 冷启动 subprocess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74920"/>
            <a:ext cx="11247120" cy="84124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074920"/>
            <a:ext cx="109728" cy="84124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846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PingFang SC"/>
                <a:ea typeface="PingFang SC"/>
              </a:rPr>
              <a:t>05  端侧部署与下一步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13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563"/>
                </a:solidFill>
                <a:latin typeface="PingFang SC"/>
                <a:ea typeface="PingFang SC"/>
              </a:rPr>
              <a:t>Qwen2.5-1.5B、4GB 编译 OOM、16GB 真机策略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项目目标链路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职责边界：本侧做感知→决策→关节；队友做真机执行映射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PingFang SC"/>
                <a:ea typeface="PingFang SC"/>
              </a:rPr>
              <a:t>正式闭环（从后往前对齐）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37360"/>
            <a:ext cx="2148840" cy="1965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74519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感知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ingFang SC"/>
                <a:ea typeface="PingFang SC"/>
              </a:rPr>
              <a:t>FaceMesh 几何情绪
+ 麦克风 ASR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227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737360"/>
            <a:ext cx="2148840" cy="1965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874519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3774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ingFang SC"/>
                <a:ea typeface="PingFang SC"/>
              </a:rPr>
              <a:t>结构化 JSON
→ 英文 action_prompt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227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1737360"/>
            <a:ext cx="2148840" cy="196596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874519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Arbiter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3774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ingFang SC"/>
                <a:ea typeface="PingFang SC"/>
              </a:rPr>
              <a:t>A_only / B_only
/ A_parallel_B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227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737360"/>
            <a:ext cx="2148840" cy="1965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874519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3774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ingFang SC"/>
                <a:ea typeface="PingFang SC"/>
              </a:rPr>
              <a:t>A: ActionGroup
B: MoMask joints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227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38359" y="1737360"/>
            <a:ext cx="2148840" cy="1965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59" y="1874519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执行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799" y="23774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ingFang SC"/>
                <a:ea typeface="PingFang SC"/>
              </a:rPr>
              <a:t>队友重定向
舵机 / 关节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93192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测试机：树莓派 5 · 4GB（联调 / 压测）　　真机：树莓派 5 · 16GB（机器人内）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MoMask 吃的是英文 HumanML3D 句式，不是 4 类情绪标签本身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原则：A 保证「立刻能动、可安全停下」；B 保证「表达细、出 (T,22,3) 关节」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失败落点永远在 A：B 挂了不撤销已执行的预置动作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A∥B 架构（已冻结，2026-08-18）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标签 baseline/mac-a-preset-momask-v1　·　文档 BASELINE_FREEZE.md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88720"/>
          <a:ext cx="113385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2377440"/>
                <a:gridCol w="256032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轨道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角色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输入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输出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时延目标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A 预置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保底 / 快路径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粗情绪 + 强度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ActionGroup 名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启动 &lt; 0.5s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B 正式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表达主路径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action_prompt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(T,22,3) joints.npy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热启动 ~2.3s（Pi）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Arbiter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薄仲裁，不内嵌模型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mode + conf + 错误码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本轮走 A / B / 并行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可忽略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24612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PingFang SC"/>
                <a:ea typeface="PingFang SC"/>
              </a:rPr>
              <a:t>默认模式：A_parallel_B —— 先播预置，同时/随后跑 MoMask。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降级规则：confidence &lt; 0.45 或 fallback 或空 prompt 或 Decide/MoMask 失败 → 本轮只 A。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三模式可配置：A_only（演示保底） / B_only（给队友交关节包） / A_parallel_B（真机默认）。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精细 prompt 由 Decide 写；4 类情绪只服务 A 选组和仲裁，不能单独当 MoMask 输入。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本阶段完成项（对照缺口）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上周期：MoMask 端侧可跑；本周期：把「前面」感知与决策接上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788920" cy="5074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2788920" cy="502920"/>
          </a:xfrm>
          <a:prstGeom prst="rect">
            <a:avLst/>
          </a:prstGeom>
          <a:solidFill>
            <a:srgbClr val="1B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轨道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强度分档 mild/strong（阈值 0.55）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扩映射 + 禁攻击动作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离线测试 ALL PASS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Mac 策略监控 Demo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234440"/>
            <a:ext cx="2788920" cy="5074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34440"/>
            <a:ext cx="2788920" cy="502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3258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轨道 B / 联调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920240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pipeline/ Arbiter + Track A/B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Mac 计时 E2E + 实时窗口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云 Decide 通路打通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决策 mock 冒烟 20/20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2788920" cy="5074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34440"/>
            <a:ext cx="2788920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3258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端侧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20240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Pi 100 条 ~2.30s/条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代码已 rsync 到 4GB Pi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Decide 改为 Qwen 路线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规则版 A∥B dry-run 已通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234440"/>
            <a:ext cx="2788920" cy="5074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234440"/>
            <a:ext cx="2788920" cy="5029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3258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约束与坑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920240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云 ASR whisper-1 不可用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每轮开摄像头标定 ~10s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MoMask subprocess 冷启动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•  4GB 并行编译会 OOM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轨道 A：预置动作 enrichment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权威文件 EmotionActionScheduler.py　·　回归 preset_action_tests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3444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26280"/>
                <a:gridCol w="452628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情绪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mild（conf &lt; 0.55）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strong（conf ≥ 0.55）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neutral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无动作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无动作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happy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wave / stepping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chest / wave / twist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unhappy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bow / jugong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squat / bow / jugong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surprised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twist / stepping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back_fast / twist / stand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79476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已排除 kick / uppercut / wing_chun 等攻击性 ActionGroup。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调度状态机不变：投票稳定 → 播动作 → stand 恢复 → 冷却 → idle。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Mac facedetect_mac_demo 只模拟时长，不驱动舵机；真机仍走 FaceDetect。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改任何 B 侧代码前必须先跑 A 回归：失败则停止优化、先修回基线。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云侧联调实验：测的是什么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入口 pipeline.run_mac_e2e_timed　·　机器 Mac M4　·　2026-08-18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目的：把「摄像头 + 麦克风 → 云 LLM → MoMask prompt/关节」在 Mac 上跑通并记 CSV。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Decide：gpt-4o-mini @ dmxapi；ASR：最终用 gpt-4o-transcribe（whisper-1 网关 404）。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视觉模型仍在本机：FaceMesh + 几何逻辑回归，帧不上传云。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三组实验：① 实机 cam+mic dry-run　② 实机 cam+mic 全链路　③ mock 感知 + 真 Decide + 真 MoMask。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383280"/>
          <a:ext cx="114300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554480"/>
                <a:gridCol w="1463040"/>
                <a:gridCol w="1463040"/>
                <a:gridCol w="137160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实验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感知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Decide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MoMask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总计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结果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实机 + ASR 404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10.58s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2.19s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未跑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15.0s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降级 A_only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实机 + 可用 ASR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9.95s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2.61s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未跑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17.4s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conf=0.20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mock + 云 Decide + MoMask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~0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2.75s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8.88s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11.6s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出 joints，未降级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云侧总时延高：最大头不是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实机 15–17s 里 MoMask 甚至没跑；墙钟被「每轮冷启动摄像头」占满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PingFang SC"/>
                <a:ea typeface="PingFang SC"/>
              </a:rPr>
              <a:t>实机一轮墙钟构成（感知并行，其余串行）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视觉（本机标定+采样）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627632"/>
            <a:ext cx="5806440" cy="3474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约 10s　·　最大头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1284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录音 3.5s（与视觉并行，被盖住）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286000"/>
            <a:ext cx="2063614" cy="347472"/>
          </a:xfrm>
          <a:prstGeom prst="rect">
            <a:avLst/>
          </a:prstGeom>
          <a:solidFill>
            <a:srgbClr val="4A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9894" y="2212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不增加墙钟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71215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云 ASR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944367"/>
            <a:ext cx="2063614" cy="34747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9894" y="2871215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约 2.2–4.8s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295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云 Decide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3602736"/>
            <a:ext cx="1513198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9478" y="35295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约 2.2–2.6s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879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MoMask（实机两轮）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4261104"/>
            <a:ext cx="137160" cy="34747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1879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降级未跑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834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结论：真正的云开销只有 ASR + Decide（合计约 5–7s）。
15s 级体验差，首先应改「每轮重新开摄像头并等待 8s 标定」，而不是先换更大的云模型。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视觉细节：本机几何模型 + 帧数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capture_perception_mac　·　帧不进云　·　云 Decide 只吃 JSON 标签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70432"/>
          <a:ext cx="11430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91840"/>
                <a:gridCol w="55778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阶段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帧数 / 时间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做什么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FaceMesh warmup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15 帧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跳过开相机后曝光/对焦未稳的帧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中性基线标定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calibration_frames =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采放松脸；相对基线算几何偏移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外层等待上限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最多 8.0 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标定未完成也强制结束 → 视觉墙钟≈10s 的主因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正式采样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sample_frames =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多数投票出情绪；同标签分数取平均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帧间隔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sleep 30 ms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避免连读同一帧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70332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PingFang SC"/>
                <a:ea typeface="PingFang SC"/>
              </a:rPr>
              <a:t>模型：MediaPipe FaceMesh 468 点 → 几何特征 → 多项式逻辑回归 4 类（neutral/happy/unhappy/surprised）。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PingFang SC"/>
                <a:ea typeface="PingFang SC"/>
              </a:rPr>
              <a:t>合计帧量级：15 + 20 + 12 ≈ 47 帧；10s 不是「12 帧推理很慢」，而是「每轮冷启动 + 8s 标定超时」。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PingFang SC"/>
                <a:ea typeface="PingFang SC"/>
              </a:rPr>
              <a:t>置信度 ≥ 0.55 → strong，否则 mild。标定不稳时常落到 neutral/0.20 → Arbiter 降级只 A。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PingFang SC"/>
                <a:ea typeface="PingFang SC"/>
              </a:rPr>
              <a:t>对比：实时窗口脚本摄像头常开、逐帧刷新；E2E 计时脚本每轮重新打开相机，两者不可比。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听觉细节：录音并行、ASR 串行、不做语音情绪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云侧只把转写当意图，不把波形送 MoMask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2743200" cy="24688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743200" cy="502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1 并行录音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196596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与视觉同时开始
默认 4s，实测 --audio-sec 3.5
本机 PyAudio / ffmpeg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280160"/>
            <a:ext cx="2743200" cy="24688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280160"/>
            <a:ext cx="2743200" cy="502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2 云端 ASR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96596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视觉结束后串行调用
gpt-4o-transcribe
实测 2.2–4.8s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280160"/>
            <a:ext cx="2743200" cy="24688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280160"/>
            <a:ext cx="2743200" cy="502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3 写入 Perception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96596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transcript 进 JSON
无独立 SER 模型
意图跟语音走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280160"/>
            <a:ext cx="2743200" cy="24688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280160"/>
            <a:ext cx="2743200" cy="502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4 交给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196596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与面部情绪拼 prompt
有明确需求则跟语音
脸部只定语气强弱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77639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PingFang SC"/>
                <a:ea typeface="PingFang SC"/>
              </a:rPr>
              <a:t>网关坑：whisper-1 → DeploymentNotFound(404)；whisper 无渠道。可用名：gpt-4o-transcribe。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PingFang SC"/>
                <a:ea typeface="PingFang SC"/>
              </a:rPr>
              <a:t>录音 3.5s 被视觉 10s 覆盖，故感知墙钟仍≈10s；ASR 是额外串行成本。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PingFang SC"/>
                <a:ea typeface="PingFang SC"/>
              </a:rPr>
              <a:t>实机一轮转写曾为 “Oh, oh, oh.”，无明确意图 + 弱脸 → fallback、空 prompt、不跑 MoMask。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PingFang SC"/>
                <a:ea typeface="PingFang SC"/>
              </a:rPr>
              <a:t>这是安全规则生效，不是 MoMask 坏了。联调完整 B 应用 mock 感知或明显表情 + 有意图的话。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MoMask：2.3s 并没有变成 8.9s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同一套权重；差的是「计什么」和「进程是否常驻」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43000"/>
          <a:ext cx="115214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846320"/>
                <a:gridCol w="48463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对比项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Pi 100 条基准 ≈2.30s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Mac 云侧 B 路径 8.88s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机器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树莓派 5 CPU 4GB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Mac M4，--gpu-id -1（CPU）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脚本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bench_pi_gen.py 进程常驻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track_b 每次 subprocess 新开 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模型加载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10.12s，单独记账，不计入条均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加载 + 生成捆在一次计时里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预热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前 2 条丢掉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无预热，只跑 1 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计入样本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98 / 100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1 条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报的数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纯生成（模型已在内存）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冷启动解释器 + CLIP + 四权重 + 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4160520"/>
            <a:ext cx="11338560" cy="21488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PingFang SC"/>
                <a:ea typeface="PingFang SC"/>
              </a:rPr>
              <a:t>结论（请组会统一口径）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PingFang SC"/>
                <a:ea typeface="PingFang SC"/>
              </a:rPr>
              <a:t>2.3s = 热启动生成时延（端侧正式指标）。8.9s = 每轮重新拉起 gen_t2m.py 的进程时延。
Pi 自己的加载就是 10.12s，和 Mac 的 8.88s 同属「冷启动」，不能用来否定 2.3s 基线。
工程修复：Track B 改为常驻 worker（加载一次、多条生成），Mac/Pi 都应回到 ~2s 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端侧 MoMask 基准（4GB Pi，正式生成指标）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100 条情绪均衡 prompt　·　time_steps=18　·　不计加载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194560" cy="1554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ingFang SC"/>
                <a:ea typeface="PingFang SC"/>
              </a:rPr>
              <a:t>2.30s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ingFang SC"/>
                <a:ea typeface="PingFang SC"/>
              </a:rPr>
              <a:t>平均端到端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234440"/>
            <a:ext cx="2194560" cy="1554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ingFang SC"/>
                <a:ea typeface="PingFang SC"/>
              </a:rPr>
              <a:t>2.33s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ingFang SC"/>
                <a:ea typeface="PingFang SC"/>
              </a:rPr>
              <a:t>中位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234440"/>
            <a:ext cx="2194560" cy="1554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ingFang SC"/>
                <a:ea typeface="PingFang SC"/>
              </a:rPr>
              <a:t>2.64s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ingFang SC"/>
                <a:ea typeface="PingFang SC"/>
              </a:rPr>
              <a:t>P95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19" y="1234440"/>
            <a:ext cx="2194560" cy="1554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ingFang SC"/>
                <a:ea typeface="PingFang SC"/>
              </a:rPr>
              <a:t>1.00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ingFang SC"/>
                <a:ea typeface="PingFang SC"/>
              </a:rPr>
              <a:t>数值有效率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234440"/>
            <a:ext cx="2194560" cy="15544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ingFang SC"/>
                <a:ea typeface="PingFang SC"/>
              </a:rPr>
              <a:t>10.12s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ingFang SC"/>
                <a:ea typeface="PingFang SC"/>
              </a:rPr>
              <a:t>模型加载一次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301752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1323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项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数值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设备 / 线程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Raspberry Pi 5 CPU 4GB　/　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总指令 / 预热 / 计入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100 / 2 / 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最短 / 最长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1.87s / 2.69s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(T, 22, 3) joints.npy　·　不渲染视频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视觉情绪识别：已有离线口径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几何模型 geometry_emotion_model.json　·　留一人交叉验证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2194560" cy="14173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2194560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B2A4A"/>
                </a:solidFill>
                <a:latin typeface="PingFang SC"/>
                <a:ea typeface="PingFang SC"/>
              </a:rPr>
              <a:t>0.85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中性正确率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79" y="1280160"/>
            <a:ext cx="2194560" cy="14173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79" y="1280160"/>
            <a:ext cx="2194560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1417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B2A4A"/>
                </a:solidFill>
                <a:latin typeface="PingFang SC"/>
                <a:ea typeface="PingFang SC"/>
              </a:rPr>
              <a:t>0.73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happy 召回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280160"/>
            <a:ext cx="2194560" cy="14173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280160"/>
            <a:ext cx="2194560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17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B2A4A"/>
                </a:solidFill>
                <a:latin typeface="PingFang SC"/>
                <a:ea typeface="PingFang SC"/>
              </a:rPr>
              <a:t>0.45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surprised 召回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19" y="1280160"/>
            <a:ext cx="2194560" cy="14173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19" y="1280160"/>
            <a:ext cx="2194560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417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B2A4A"/>
                </a:solidFill>
                <a:latin typeface="PingFang SC"/>
                <a:ea typeface="PingFang SC"/>
              </a:rPr>
              <a:t>0.46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unhappy 召回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1280160"/>
            <a:ext cx="2194560" cy="14173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2640" y="1280160"/>
            <a:ext cx="2194560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417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B2A4A"/>
                </a:solidFill>
                <a:latin typeface="PingFang SC"/>
                <a:ea typeface="PingFang SC"/>
              </a:rPr>
              <a:t>≈0.66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表情 F1 均值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97180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数据：自采约 3265 帧（3 人）+ 公开集；部署模型元数据约 866 人 / 5653 样本。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中性稳、happy 相对最好认；unhappy/surprised 仍弱 —— 这会直接表现为实机 conf 偏低、Arbiter 走 A。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因此 B 的细动作不能只靠 4 类标签：必须靠 Decide 把线索升级成英文动作句。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决策 mock 规则冒烟：e2e_spec 20/20，pass_rate = 1.0（合法 JSON / 字段约束）。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中间 LLM：云侧联调 vs 端侧正式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端侧不再使用 OpenAI；正式选型沿用此前建议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70432"/>
          <a:ext cx="115214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657600"/>
                <a:gridCol w="310896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环境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Decide 模型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用途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状态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Mac 联调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gpt-4o-mini（中转）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打通 JSON + prompt 质量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已跑通，约 2.5s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Mac ASR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gpt-4o-transcribe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麦克风转写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已替换不可用的 whisper-1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Pi 正式（规划）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Qwen2.5-1.5B-Instruct Q4 GGUF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端侧写 action_prompt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代码已同步，运行时装编译中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Pi 4GB 过渡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规则引擎 edge_rule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无 GGUF 时的兜底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A∥B dry-run 已通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Pi 16GB 真机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同 1.5B，可升 3B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与 MoMask 同机更从容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PingFang SC"/>
                          <a:ea typeface="PingFang SC"/>
                        </a:rPr>
                        <a:t>待部署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84048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引擎：llama.cpp / llama-cpp-python；权重国内走 ModelScope / HF 镜像。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4GB 测试机：LLM 与 MoMask 必须错峰；16GB 才是「同机正式默认」。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不要默认 7B：16GB 能塞下，但常见只有 2–3 tok/s，拖垮感知→动作节奏。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4GB 树莓派部署：进度与内存课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SSH 已通　·　规则 A∥B 已通　·　Qwen 运行时需本机编译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已完成：pipeline / decide_edge 同步；A_parallel_B + 规则 Decide dry-run（A=wave，B 写出 prompt）。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健康：重启后 throttled=0x0，空闲 available ≈ 3GiB，温度空闲 ~32°C。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阻塞：Python 3.13 + aarch64 无现成 llama-cpp-python wheel → 本机 g++ 编译。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383280"/>
            <a:ext cx="11338560" cy="288036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PingFang SC"/>
                <a:ea typeface="PingFang SC"/>
              </a:rPr>
              <a:t>为什么「安装」也会 OOM？（不是只有推理才占 RAM）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4GB 是运行内存。编译时多个 cc1plus（-O3）每个可占数百 MB；默认多核并行峰值 2–3GB+，再叠加桌面即顶满。
实测：可用内存一度降至 ~440MB 并开始用 swap，温度 ~68°C。已改为 CMAKE_BUILD_PARALLEL_LEVEL=1。
16GB 同规格机器：编译 OOM 基本不会再发生；编译仍会慢，但机器不容易被编死。
推理阶段：Qwen Q4 约 1–2GB，MoMask 约 2GB+，4GB 上两者仍建议错峰，16GB 可同机。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下一步（按优先级）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4E0"/>
                </a:solidFill>
                <a:latin typeface="PingFang SC"/>
                <a:ea typeface="PingFang SC"/>
              </a:rPr>
              <a:t>先统一延迟口径，再补端侧 LLM，再交关节包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11338560" cy="71323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1051560" cy="71323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24358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PingFang SC"/>
                <a:ea typeface="PingFang SC"/>
              </a:rPr>
              <a:t>常驻 MoMask 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53619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subprocess 冷启动改为加载一次；让 Mac/Pi 生成时延回到 ~2s 口径。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75104"/>
            <a:ext cx="11338560" cy="71323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1975104"/>
            <a:ext cx="1051560" cy="71323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15798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P0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048256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PingFang SC"/>
                <a:ea typeface="PingFang SC"/>
              </a:rPr>
              <a:t>摄像头常开标定一次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34086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E2E 不再每轮 8s 标定；视觉应从 10s 降到百毫秒级采样。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779776"/>
            <a:ext cx="11338560" cy="71323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779776"/>
            <a:ext cx="1051560" cy="71323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962656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8529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PingFang SC"/>
                <a:ea typeface="PingFang SC"/>
              </a:rPr>
              <a:t>装完 Qwen 1.5B 并冒烟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145536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单线程编完 llama-cpp → ModelScope 拉 GGUF → edge_llm Decide。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584448"/>
            <a:ext cx="11338560" cy="71323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584448"/>
            <a:ext cx="1051560" cy="71323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76732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P1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65760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PingFang SC"/>
                <a:ea typeface="PingFang SC"/>
              </a:rPr>
              <a:t>收紧 prompt 句式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395020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强制 a person … HumanML3D；弱脸但有 ASR 意图时仍出 prompt。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389120"/>
            <a:ext cx="11338560" cy="71323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389120"/>
            <a:ext cx="1051560" cy="71323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57200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P2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46227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PingFang SC"/>
                <a:ea typeface="PingFang SC"/>
              </a:rPr>
              <a:t>端侧 ASR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75488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云 Whisper 仅 Mac 联调；Pi 上换 whisper.cpp tiny/base 或先手写 transcript。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193792"/>
            <a:ext cx="11338560" cy="71323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193792"/>
            <a:ext cx="1051560" cy="71323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37667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P2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26694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PingFang SC"/>
                <a:ea typeface="PingFang SC"/>
              </a:rPr>
              <a:t>16GB 真机 + 队友关节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55955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3"/>
                </a:solidFill>
                <a:latin typeface="PingFang SC"/>
                <a:ea typeface="PingFang SC"/>
              </a:rPr>
              <a:t>同机 A∥B；joints 包合同与舵机映射联调。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一页结论（可直接贴纪要）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56832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HKUST RBM  ·  社交机器人感知→决策→动作生成  ·  组会 2026.08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02920" cy="502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4358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435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架构已冻结：A 保底、B 正式、默认 A∥B；降级只 A、不撤销 A。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01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A 轨 enrichment 离线全过；B 轨 Mac 联调已通，决策 mock 20/20。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87168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云侧 15s 级墙钟：~10s 是每轮摄像头标定，云只贡献 ASR+Decide≈5–7s。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45536"/>
            <a:ext cx="502920" cy="502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1868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186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视觉：本机 FaceMesh，约 15+20+12 帧；12 帧投票，8s 为标定上限。帧不上云。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03904"/>
            <a:ext cx="502920" cy="502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770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877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听觉：3.5s 录音与视觉并行，随后云 ASR；无语音情绪模型。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62272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354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5354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MoMask 正式指标仍是 Pi 热启动 2.30s/条；8.9s 是 Mac 冷启动进程，不是模型变慢。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20640"/>
            <a:ext cx="502920" cy="502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1937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1937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PingFang SC"/>
                <a:ea typeface="PingFang SC"/>
              </a:rPr>
              <a:t>端侧 Decide 正式用 Qwen2.5-1.5B；4GB 需单线程编译且与 MoMask 错峰，16GB 才同机。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468880"/>
            <a:ext cx="12801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697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ingFang SC"/>
                <a:ea typeface="PingFang SC"/>
              </a:rPr>
              <a:t>谢谢。欢迎讨论口径与下一步排期。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5D4E0"/>
                </a:solidFill>
                <a:latin typeface="PingFang SC"/>
                <a:ea typeface="PingFang SC"/>
              </a:rPr>
              <a:t>建议先对齐三句话：视觉 10s 是标定；MoMask 2.3s 是热启动；8.9s 是冷启动。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CCC"/>
                </a:solidFill>
                <a:latin typeface="PingFang SC"/>
                <a:ea typeface="PingFang SC"/>
              </a:rPr>
              <a:t>材料：pipeline_runs 计时 CSV  ·  experiment/pi_bench  ·  BASELINE_FREEZE.md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