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开场：说明本阶段目标不是做完整机器人控制，而是打通「情绪/需求理解 → 动作指令 → 关节生成」并在树莓派验证时延。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强调分工：我负责前三段，队友负责执行映射；4GB 是测试机，16GB 是真机。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核心论点：为了延迟，不用端到端大 MLLM，而用小模型分流 + 小 LLM 决策 + MoMask。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部署要点：CPU、不渲染、输出关节；100 条覆盖 7 类情绪。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双轨很重要：ActionGroup 可立刻演示，关节给队友做连续动作。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报数字：平均 2.3 秒，有效率 100%，加载约 10 秒一次。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点出 happy 活跃、sad 安静，说明文本语义生效；时延跨情绪稳定。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条联调证明决策指令能直接驱动生成；真实 LLM 待接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问题页按「问题-原因-解决」讲，突出可复现工程经验。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下一步只讲前三项：真实 LLM、感知接入、TonyPi 即时轨。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收束：文本→关节已可交付，下一阶段做可演示闭环。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F3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914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端侧情绪理解驱动的机器人动作生成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7DEE8"/>
                </a:solidFill>
                <a:latin typeface="Arial"/>
              </a:rPr>
              <a:t>阶段进展汇报：思路 · 方法 · 实验结果 · 问题与解决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rial"/>
              </a:rPr>
              <a:t>测试平台：树莓派 5（4GB）　｜　真机目标：树莓派 5（16GB）</a:t>
            </a:r>
          </a:p>
          <a:p>
            <a:r>
              <a:rPr sz="1600" b="0">
                <a:solidFill>
                  <a:srgbClr val="D7DEE8"/>
                </a:solidFill>
                <a:latin typeface="Arial"/>
              </a:rPr>
              <a:t>核心链路：感知情绪/需求 → 决策动作指令 → MoMask 生成关节 → 队友执行映射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7DEE8"/>
                </a:solidFill>
                <a:latin typeface="Arial"/>
              </a:rPr>
              <a:t>汇报人：Emma Liu（可改）　　导师/组会：RBM Project　　日期：2026-08-04</a:t>
            </a:r>
          </a:p>
          <a:p>
            <a:r>
              <a:rPr sz="1400" b="0">
                <a:solidFill>
                  <a:srgbClr val="D7DEE8"/>
                </a:solidFill>
                <a:latin typeface="Arial"/>
              </a:rPr>
              <a:t>关键词：端侧推理 · 情绪理解 · MoMask · 关节轨迹交付 · 低延迟级联架构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18872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45C26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5331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2A4A"/>
                </a:solidFill>
                <a:latin typeface="Arial"/>
              </a:rPr>
              <a:t>项目目标与整体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96596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45C26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3055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2A4A"/>
                </a:solidFill>
                <a:latin typeface="Arial"/>
              </a:rPr>
              <a:t>研究思路与架构选择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74320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45C26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0779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2A4A"/>
                </a:solidFill>
                <a:latin typeface="Arial"/>
              </a:rPr>
              <a:t>方法：评测 / 端侧部署 / 联调接口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520439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65759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45C26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685031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2A4A"/>
                </a:solidFill>
                <a:latin typeface="Arial"/>
              </a:rPr>
              <a:t>实验结果（Pi 100 条 + 决策→动作）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9768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4348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45C26"/>
                </a:solidFill>
                <a:latin typeface="Arial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6227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2A4A"/>
                </a:solidFill>
                <a:latin typeface="Arial"/>
              </a:rPr>
              <a:t>遇到的问题与解决方案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74920"/>
            <a:ext cx="9875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45C26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239512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B2A4A"/>
                </a:solidFill>
                <a:latin typeface="Arial"/>
              </a:rPr>
              <a:t>下一步计划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1. 项目目标与整体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目标：用端侧多模态理解用户情绪与需求，生成机器人应执行的动作，并输出可交给队友落地的运动表示。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68880" cy="20116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1089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E8EEF5"/>
                </a:solidFill>
                <a:latin typeface="Arial"/>
              </a:rPr>
              <a:t>视听小模型
情绪 / 文本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3063240"/>
            <a:ext cx="256032" cy="256032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286000"/>
            <a:ext cx="2468880" cy="20116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5146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089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E8EEF5"/>
                </a:solidFill>
                <a:latin typeface="Arial"/>
              </a:rPr>
              <a:t>小 LLM
JSON 指令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9320" y="3063240"/>
            <a:ext cx="256032" cy="256032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286000"/>
            <a:ext cx="2468880" cy="201168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E8EEF5"/>
                </a:solidFill>
                <a:latin typeface="Arial"/>
              </a:rPr>
              <a:t>MoMask
关节轨迹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23960" y="3063240"/>
            <a:ext cx="256032" cy="256032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468880" cy="2011680"/>
          </a:xfrm>
          <a:prstGeom prst="roundRect">
            <a:avLst>
              <a:gd name="adj" fmla="val 10000"/>
            </a:avLst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5146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0896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E8EEF5"/>
                </a:solidFill>
                <a:latin typeface="Arial"/>
              </a:rPr>
              <a:t>队友重定向
TonyPi / 真机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分工：我方负责感知→决策→动作生成（关节指标）；队友负责关节/指令到机器人自由度的执行映射。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平台策略：4GB Pi 验证逻辑与时延；16GB 真机再上更完整感知。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2. 研究思路：为什么采用级联架构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33B3B"/>
                </a:solidFill>
                <a:latin typeface="Arial"/>
              </a:rPr>
              <a:t>不采用：端到端大 MLLM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整图+音频进大 VLM，延迟高、不稳定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4GB / 甚至 16GB 都难保证实时交互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动作指令格式难控，不利于 MoMask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与现有 TonyPi 源码范式不一致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7D4F"/>
                </a:solidFill>
                <a:latin typeface="Arial"/>
              </a:rPr>
              <a:t>采用：小模型分流 + 小决策模型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视觉/语音用轻量模型并行提取状态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小 LLM 只吃结构化 JSON，输出动作指令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MoMask 负责文本→关节生成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双轨输出：ActionGroup 即时反馈 + 关节给队友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目标端到端交互：约 3–5 秒量级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3. 方法总览：本阶段做了什么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2743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27432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1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A. 离线情绪评测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RAVDESS / CREMA-D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指标：Acc / F1 / 延迟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建立可量化基线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743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280160"/>
            <a:ext cx="27432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44751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B. 端侧动作生成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MoMask 部署到 Pi 5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CPU 推理、关渲染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100 条情绪动作计时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2743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27432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444751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C. 联调接口规范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感知/决策/关节 JSON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20 条伪感知样例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决策→MoMask 冒烟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280160"/>
            <a:ext cx="27432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280160"/>
            <a:ext cx="27432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444751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D. 机器人源码对齐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TonyPi ActionGroup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云端 ASR/LLM 范式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明确与关节轨的缺口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3.1 方法：端侧 MoMask 部署与计时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2A4A"/>
                </a:solidFill>
                <a:latin typeface="Arial"/>
              </a:rPr>
              <a:t>部署策略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只部署基础文本→动作（暂不含记忆分层 / 遗忘曲线）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CPU 推理（gpu_id=-1），关闭 MP4 渲染，聚焦关节输出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依赖：torch CPU + CLIP ViT-B/32 + 4 个 MoMask 权重 + mean/std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2A4A"/>
                </a:solidFill>
                <a:latin typeface="Arial"/>
              </a:rPr>
              <a:t>工具链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requirements-pi.txt / check_pi_env / run_pi_gen / bench_pi_gen.py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100 条情绪分层指令：neutral/happy/sad/angry/fearful/disgust/surprised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指标：gen_s / recover_s / total_s + speed / jerk / valid_ratio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输出表示：关节坐标 (T, 22, 3) float32，交给队友做执行映射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3.2 方法：联调接口与双轨输出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2A4A"/>
                </a:solidFill>
                <a:latin typeface="Arial"/>
              </a:rPr>
              <a:t>三层 JSON 契约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Perception：vision / audio / fused（emotion, intent, confidence）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Decision：action_prompt（英文）+ action_group（TonyPi 预设）+ fallback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Motion Package：joints.npy + fps + timing / quality meta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2A4A"/>
                </a:solidFill>
                <a:latin typeface="Arial"/>
              </a:rPr>
              <a:t>双轨策略（解决「关节尚未重定向也能先演示」）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轨 A：ActionGroup 名 → 现有 TonyPi 立刻可动（wave/bow/stand…）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轨 B：MoMask 关节 → 队友实现连续动作执行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安全约束：低置信度 fallback=stand；愤怒/恐惧禁止攻击类动作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已落地脚本：e2e_decision_smoke.py + e2e_decision_to_momask.py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4. 实验结果：树莓派 100 条动作生成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平均端到端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Arial"/>
              </a:rPr>
              <a:t>2.30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中位数 / P95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Arial"/>
              </a:rPr>
              <a:t>2.33 / 2.64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模型加载一次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Arial"/>
              </a:rPr>
              <a:t>10.1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数值有效率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1B2A4A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设置：Pi 5 4GB · CPU · 4 线程 · time_steps=18 · 不计预热 2 条 → 统计 98 条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耗时几乎全在神经网络生成；关节恢复可忽略（~0.001s）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动作效果（无 GT 代理指标）：happy 最活跃（speed≈0.027），sad 最静（≈0.009）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交付物：表1–表6、joints/*.npy、统计图、zip 包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结论：4GB 上基础 MoMask 可稳定跑通，满足「生成关节指标给队友」的阶段目标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4.1 按情绪分层：时延与动作活跃度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05740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情绪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39" y="1188720"/>
            <a:ext cx="205740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2618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59" y="1188720"/>
            <a:ext cx="205740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2618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平均耗时(s)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79" y="1188720"/>
            <a:ext cx="205740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12618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mean_speed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188720"/>
            <a:ext cx="2057400" cy="45720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261872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mean_jerk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64592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37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愤怒 angry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164592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39" y="1737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59" y="164592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737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2.18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79" y="164592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1737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0.0163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64592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737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0.0069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14884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高兴 happy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39" y="214884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39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59" y="214884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2.19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79" y="214884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79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C45C26"/>
                </a:solidFill>
                <a:latin typeface="Arial"/>
              </a:rPr>
              <a:t>0.0270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14884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22402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0.0130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65176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274320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中性 neutral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265176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39" y="274320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59" y="265176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59" y="274320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2.20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79" y="265176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79" y="274320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0.0125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265176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274320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0.0046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15468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246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悲伤 sad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315468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34639" y="3246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14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59" y="315468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59" y="3246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2.29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79" y="315468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79" y="3246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C45C26"/>
                </a:solidFill>
                <a:latin typeface="Arial"/>
              </a:rPr>
              <a:t>0.0093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15468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24612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0.0041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365760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749039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恐惧 fearful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365760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39" y="3749039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59" y="365760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59" y="3749039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2.36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79" y="365760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79" y="3749039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0.0163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365760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0" y="3749039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0.0061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416052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2519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惊讶 surprised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34639" y="416052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34639" y="42519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14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59" y="416052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37759" y="42519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2.42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40879" y="416052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79" y="42519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0.0136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0" y="4160520"/>
            <a:ext cx="2057400" cy="502920"/>
          </a:xfrm>
          <a:prstGeom prst="rect">
            <a:avLst/>
          </a:prstGeom>
          <a:solidFill>
            <a:srgbClr val="EEF2F6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0" y="42519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0.0064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466344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47548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厌恶 disgust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39" y="466344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34639" y="47548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14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59" y="466344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37759" y="47548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2.45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040879" y="466344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40879" y="47548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0.0111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0" y="4663440"/>
            <a:ext cx="2057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0" y="475488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Arial"/>
              </a:rPr>
              <a:t>0.0042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解读：时延跨情绪接近（2.2–2.5s）；动作活跃度随情绪文本变化，说明指令语义已被生成模型响应。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4.2 实验结果：决策 → MoMask 联调冒烟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决策样例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Arial"/>
              </a:rPr>
              <a:t>20 / 20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生成关节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Arial"/>
              </a:rPr>
              <a:t>20 / 20 有效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本机生成均时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Arial"/>
              </a:rPr>
              <a:t>~0.25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4300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5C6B7A"/>
                </a:solidFill>
                <a:latin typeface="Arial"/>
              </a:rPr>
              <a:t>Pi 参考均时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691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B2A4A"/>
                </a:solidFill>
                <a:latin typeface="Arial"/>
              </a:rPr>
              <a:t>~2.3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流程：伪感知 JSON（20 场景）→ 决策输出 action_prompt / action_group → MoMask → joints.npy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当前决策用 mock 规则跑通格式与安全约束；真实小 LLM 模式脚本已就绪（待配置 API Key）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覆盖：打招呼 / 安慰 / 愤怒安抚 / 恐惧 / 厌恶拒绝 / 前进后退 / 低置信度 fallback 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验证点：JSON 合法、白名单动作组、禁止攻击动作、英文动作句可生成、关节数值有效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5. 遇到的问题与解决（1/2）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Pi 装 torch 极慢 / 中断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34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误走 pytorch.org 国际源（~15KB/s）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234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改用阿里云镜像 + nohup 后台安装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缺依赖导致无法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缺 scipy / einops / matplotlib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国内镜像补齐；形成 requirements-pi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numpy 2.x 不兼容旧代码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03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umath_tests / np.float 报错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703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兼容补丁；Python3.13 只能用 numpy2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缺 meta / CLIP 权重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mean/std、ViT-B-32.pt 未就位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本机 SCP + clip.load 缓存校验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5. 遇到的问题与解决（2/2）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100 条 bench 未落盘关节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234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早期只算指标不存 npy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234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增加 --save_joints，重跑导出 100 个 (T,22,3)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机器人源码与 MoMask 断层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TonyPi 是预设 ActionGroup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688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双轨：即时 ActionGroup + 关节给队友重定向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端到端大 MLLM 延迟风险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703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VLM 全量多模态过重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703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改为视听小模型分流 + 小 LLM 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112471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45C26"/>
                </a:solidFill>
                <a:latin typeface="Arial"/>
              </a:rPr>
              <a:t>问题</a:t>
            </a:r>
          </a:p>
          <a:p>
            <a:r>
              <a:rPr sz="1500" b="1">
                <a:solidFill>
                  <a:srgbClr val="1B2A4A"/>
                </a:solidFill>
                <a:latin typeface="Arial"/>
              </a:rPr>
              <a:t>SSH / 网络不稳定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C6B7A"/>
                </a:solidFill>
                <a:latin typeface="Arial"/>
              </a:rPr>
              <a:t>原因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会话中断导致 pip 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9377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7D4F"/>
                </a:solidFill>
                <a:latin typeface="Arial"/>
              </a:rPr>
              <a:t>解决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nohup 脱离终端；关键大文件本机读卡/SCP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6. 下一步计划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097280"/>
            <a:ext cx="10149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207007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2A4A"/>
                </a:solidFill>
                <a:latin typeface="Arial"/>
              </a:rPr>
              <a:t>真实小 LLM 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3619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配置 API 后跑 20 条 --mode llm，统计合法率与决策时延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057400"/>
            <a:ext cx="10149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16712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2A4A"/>
                </a:solidFill>
                <a:latin typeface="Arial"/>
              </a:rPr>
              <a:t>感知小模型接入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49631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用轻量视觉/ASR 替换伪感知 JSON，保持并行与预算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017520"/>
            <a:ext cx="10149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12724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2A4A"/>
                </a:solidFill>
                <a:latin typeface="Arial"/>
              </a:rPr>
              <a:t>TonyPi 即时轨联调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5643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把 action_group 接到现有 ActionGroupControl 真机演示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977640"/>
            <a:ext cx="10149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408736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2A4A"/>
                </a:solidFill>
                <a:latin typeface="Arial"/>
              </a:rPr>
              <a:t>与队友对齐执行契约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1655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坐标系 / fps / 22 关节含义 / 重定向接口冻结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4937760"/>
            <a:ext cx="10149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0474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B2A4A"/>
                </a:solidFill>
                <a:latin typeface="Arial"/>
              </a:rPr>
              <a:t>16GB 真机复测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37667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A1A1A"/>
                </a:solidFill>
                <a:latin typeface="Arial"/>
              </a:rPr>
              <a:t>完整链路时延分解；暂缓端侧大 MLLM 与记忆全量接入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• 思路：级联「小感知 + 小决策 + MoMask 生成」，而不是端到端大 MLLM。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• 方法：离线评测基线 → Pi 端侧部署计时 → 联调 JSON/双轨接口 → 决策到关节冒烟。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• 结果：Pi 100 条平均约 2.3s/条、关节全有效；20 条决策→生成链路已打通。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• 问题：镜像/依赖/numpy2/权重/接口断层均已定位并形成可复现解决路径。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Arial"/>
              </a:rPr>
              <a:t>• 下一跳：真实 LLM 决策时延、感知接入、TonyPi 即时演示、与队友冻结执行接口。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阶段结论：端侧「文本→关节」已可交付；下一步把感知决策接上，形成可演示闭环。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14/14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4.3 实验结果可视化（Pi 100 条）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2267712"/>
          </a:xfrm>
          <a:prstGeom prst="rect">
            <a:avLst/>
          </a:prstGeom>
        </p:spPr>
      </p:pic>
      <p:pic>
        <p:nvPicPr>
          <p:cNvPr id="6" name="Picture 5" descr="fig_motion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2267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1A"/>
                </a:solidFill>
                <a:latin typeface="Arial"/>
              </a:rPr>
              <a:t>左：端到端时延分布与按情绪平均耗时；右：按情绪的平均关节速度与 jerk。</a:t>
            </a:r>
          </a:p>
          <a:p>
            <a:r>
              <a:rPr sz="1500" b="0">
                <a:solidFill>
                  <a:srgbClr val="1A1A1A"/>
                </a:solidFill>
                <a:latin typeface="Arial"/>
              </a:rPr>
              <a:t>可见不同情绪文本下动作活跃度可区分（happy 更高、sad 更低），而生成时延整体稳定在约 2.2–2.5s。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15/15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  附录：本阶段交付物清单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experiment/pi_bench/　与　pi_bench_joints/：100 条时间表、质量表、关节 npy、统计图、zip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experiment/e2e_spec/联调接口与测试规范.md：感知/决策/关节 JSON + 延迟预算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experiment/e2e_spec/e2e_cases_20.json：20 条端到端伪感知样例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scripts/e2e_decision_smoke.py：决策冒烟（mock / llm）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scripts/e2e_decision_to_momask.py：决策指令 → MoMask 生成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scripts/bench_pi_gen.py：树莓派端侧计时与关节导出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机器人源码可复用：TonyPi ActionGroup、ASR/LLM JSON 规划范式、相机队列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6B7A"/>
                </a:solidFill>
                <a:latin typeface="Arial"/>
              </a:rPr>
              <a:t>RBM · 端侧情绪理解 × 动作生成 · 阶段进展汇报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C6B7A"/>
                </a:solidFill>
                <a:latin typeface="Arial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