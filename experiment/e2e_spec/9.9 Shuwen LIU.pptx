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F6F"/>
                </a:solidFill>
                <a:latin typeface="PingFang SC"/>
                <a:ea typeface="PingFang SC"/>
              </a:rPr>
              <a:t>整体流程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PingFang SC"/>
                <a:ea typeface="PingFang SC"/>
              </a:rPr>
              <a:t>从前到后每一步的延迟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PingFang SC"/>
                <a:ea typeface="PingFang SC"/>
              </a:rPr>
              <a:t>2026.09.09 09:58 在 Raspberry Pi 5（10.160.13.84）复测决策；其余步骤标注数据来源。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005840" cy="45720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组会  ·  感知 → 决策 → 动作  ·  2026.09.09 Pi 复测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 / 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298448"/>
          <a:ext cx="112928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3246120"/>
                <a:gridCol w="2926080"/>
              </a:tblGrid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步骤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做什么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延迟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数据从哪来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① 摄像头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人脸表情 → happy / frown 等文字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约 0.1–0.3s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板子本地算法；今日未复测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② 麦克风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语音 → 命令字 / 转写文字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硬件词条约几十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真机 WonderEcho；今日未复测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③ 决策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文字融合 → 一句 action_prompt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云端 0.80s（最慢 1.33s）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今日 Pi 实测 6 次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同上，改走本地开源模型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1.5B：1.51s　0.5B：0.59s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今日 Pi 实测，断网也能跑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④ 先动一下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挥手 / 鞠躬等预设动作立刻执行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&lt; 0.2s 开始动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工程已具备，遮住等待</a:t>
                      </a:r>
                    </a:p>
                  </a:txBody>
                  <a:tcPr>
                    <a:solidFill>
                      <a:srgbClr val="F7F4EE"/>
                    </a:solidFill>
                  </a:tcPr>
                </a:tc>
              </a:tr>
              <a:tr h="529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⑤ MoMask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prompt → 关节 (T,22,3)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Pi 上约 2s（估计）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今日未在 Pi 复测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102352"/>
            <a:ext cx="11292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212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合计（串行）：决策 0.80 + MoMask≈2 ≈ 3 秒量级，接近 3–4 秒目标。
对人的体感：④ 先动，1 秒内机器人已经有反应；完整生成动作稍后补上。
今日确认的只有第③步。①②⑤ 仍是已有结论或估计，不能当成今天刚测死的数。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F6F"/>
                </a:solidFill>
                <a:latin typeface="PingFang SC"/>
                <a:ea typeface="PingFang SC"/>
              </a:rPr>
              <a:t>当前问题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PingFang SC"/>
                <a:ea typeface="PingFang SC"/>
              </a:rPr>
              <a:t>现在卡在哪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PingFang SC"/>
                <a:ea typeface="PingFang SC"/>
              </a:rPr>
              <a:t>决策速度已经有数；真正还没闭环的是质量和整机。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005840" cy="45720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组会  ·  感知 → 决策 → 动作  ·  2026.09.09 Pi 复测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92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1 决策绑在网上会抖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8249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Flash 中位 0.80s，但最慢到过 1.33s；断网这次请求直接失败。不能把“机器人能不能动”绑死在云端。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92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59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2 本地模型快了，质量一般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70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1.5B 能出合法 JSON，但情绪偶发判错、动作描述会越界（例如让机器人坐下）。0.5B 更快，语义更糙。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73552"/>
            <a:ext cx="11292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4670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3 MoMask 在 Pi 上还没今日实测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完整动作时间仍按约 2s 估计。若实际是 4–5s，瓶颈就不在决策，而在生成。这是下一个必须补的数。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61104"/>
            <a:ext cx="11292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3425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4 真机全链路还没串起来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45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表情、硬件麦克风、决策、预设动作、MoMask 目前是分段验证。还没有一次「真人面对机器人、从看到动」的计时。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48656"/>
            <a:ext cx="11292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5 闭源 / 开源容易讲混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327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Flash 快，但是云端；Qwen2.5 才是板子上跑。Pi 联网可以用闭源，但不等于模型装在端侧。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