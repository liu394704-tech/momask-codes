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E7D3C4"/>
                </a:solidFill>
                <a:latin typeface="WenQuanYi Micro Hei"/>
                <a:ea typeface="WenQuanYi Micro Hei"/>
                <a:cs typeface="WenQuanYi Micro Hei"/>
              </a:rPr>
              <a:t>组会阶段汇报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多模态情绪输入 → 端侧判断 → MoMask 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0">
                <a:solidFill>
                  <a:srgbClr val="D5DEE4"/>
                </a:solidFill>
                <a:latin typeface="WenQuanYi Micro Hei"/>
                <a:ea typeface="WenQuanYi Micro Hei"/>
                <a:cs typeface="WenQuanYi Micro Hei"/>
              </a:rPr>
              <a:t>这是要做成的路径。当前工作只汇报已经落在这条路径上的部分。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F6F3EE"/>
                </a:solidFill>
                <a:latin typeface="WenQuanYi Micro Hei"/>
                <a:ea typeface="WenQuanYi Micro Hei"/>
                <a:cs typeface="WenQuanYi Micro Hei"/>
              </a:rPr>
              <a:t>778 条预设短语是判断结果的临时动作出口，用来在 MoMask 还不能驱动舵机时看到身体反应。
它不是这条路径的终点。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C5D0D6"/>
                </a:solidFill>
                <a:latin typeface="WenQuanYi Micro Hei"/>
                <a:ea typeface="WenQuanYi Micro Hei"/>
                <a:cs typeface="WenQuanYi Micro Hei"/>
              </a:rPr>
              <a:t>2026年9月23日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标准路径上，三步现在各在哪里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只把真机已经发生的事放进「已通」。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25880"/>
            <a:ext cx="3749039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3749039" cy="109728"/>
          </a:xfrm>
          <a:prstGeom prst="rect">
            <a:avLst/>
          </a:prstGeom>
          <a:solidFill>
            <a:srgbClr val="2F6F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3383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1  多模态输入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8600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2F6F4E"/>
                </a:solidFill>
                <a:latin typeface="WenQuanYi Micro Hei"/>
                <a:ea typeface="WenQuanYi Micro Hei"/>
                <a:cs typeface="WenQuanYi Micro Hei"/>
              </a:rPr>
              <a:t>脸：已通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97480"/>
            <a:ext cx="338328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板上 FaceExpression。17 轮里出现高兴、中性、不高兴、惊讶。约 0.02 秒。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4048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语音：未通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297680"/>
            <a:ext cx="33832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唤醒、录音、识别全是 0。没有 wakeup 这一行。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325880"/>
            <a:ext cx="3749039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9392" y="1325880"/>
            <a:ext cx="3749039" cy="109728"/>
          </a:xfrm>
          <a:prstGeom prst="rect">
            <a:avLst/>
          </a:prstGeom>
          <a:solidFill>
            <a:srgbClr val="8A5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383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2  端侧判断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28600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2F6F4E"/>
                </a:solidFill>
                <a:latin typeface="WenQuanYi Micro Hei"/>
                <a:ea typeface="WenQuanYi Micro Hei"/>
                <a:cs typeface="WenQuanYi Micro Hei"/>
              </a:rPr>
              <a:t>位置：已留在机器人上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697480"/>
            <a:ext cx="338328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不走云端。Qwen 权重已在机内。决策接口按端侧来接。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4048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模型：这一轮没跑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297680"/>
            <a:ext cx="33832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实际是规则，约 0.001 秒。原因是没有 llama_cpp。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4" y="1325880"/>
            <a:ext cx="3749039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3024" y="1325880"/>
            <a:ext cx="3749039" cy="1097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554480"/>
            <a:ext cx="3383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3  MoMask 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286000"/>
            <a:ext cx="3383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2F6F4E"/>
                </a:solidFill>
                <a:latin typeface="WenQuanYi Micro Hei"/>
                <a:ea typeface="WenQuanYi Micro Hei"/>
                <a:cs typeface="WenQuanYi Micro Hei"/>
              </a:rPr>
              <a:t>接口：能出关节，不驱动身体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697480"/>
            <a:ext cx="338328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同一条判断可以写出动作描述，再交给 MoMask 出关节文件。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3840480"/>
            <a:ext cx="3383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真机身体：仍是临时出口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4192" y="4297680"/>
            <a:ext cx="338328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舵机播的是预设短语。关节还没有换成 16 个舵机。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这一阶段适合汇报的内容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每条都回答标准路径上的一个问题，不把临时出口说成目标。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91440" cy="109728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输入已经能进机器人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607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WonderPi 的「人脸检测」打开后，摄像头画面和表情类别能进到决策。这是多模态里的视觉一路。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87168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87168"/>
            <a:ext cx="91440" cy="1097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96896"/>
            <a:ext cx="10607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判断被放在端侧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62656"/>
            <a:ext cx="10607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真机不调用云端中转。权重用的是 Qwen2.5-1.5B、4-bit。这一轮没装上运行库，所以表里看到的是规则退回。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94176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94176"/>
            <a:ext cx="91440" cy="109728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03904"/>
            <a:ext cx="10607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判断结果已经能带动身体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9664"/>
            <a:ext cx="10607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情绪出来之后会选一组动作并让舵机播出来。用来证明「判断 → 动作」这条线是通的。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01184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901184"/>
            <a:ext cx="91440" cy="109728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010912"/>
            <a:ext cx="10607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耗时被拆开了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376672"/>
            <a:ext cx="1060704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人脸约 0.02 秒，规则决策约 0.001 秒，动作播放约 2 到 9 秒。以后模型推理和 MoMask 生成可以记在同一张表里。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预设短语在标准路径里的位置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它接在判断之后、MoMask 上身之前。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10789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现在：  脸（语音空着）  →  规则判断  →  778 条短语里的一组  →  舵机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C45C26"/>
                </a:solidFill>
                <a:latin typeface="WenQuanYi Micro Hei"/>
                <a:ea typeface="WenQuanYi Micro Hei"/>
                <a:cs typeface="WenQuanYi Micro Hei"/>
              </a:rPr>
              <a:t>目标：  脸 + 语音  →  端侧模型判断  →  MoMask 生成关节  →  重定向到 16 个舵机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可以讲：短语让我们在生成模型还不能驱动舵机时，先看到情绪对应的身体反应，并暴露动作质量问题。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不要讲成：系统已经用 778 条短语完成了动作生成。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短语上已经看到两个问题，留在临时出口里修，不改变终点：同类转身隔几轮重复；举手再下蹲时手臂碰到腿。规则已改，尚未再次上机。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真机 17 轮，对照标准路径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来源：wonderpi_latency.csv。这张表还没有 MoMask 的生成时间。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47120" cy="438912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32004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标准路径上的一步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53312"/>
            <a:ext cx="32004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这 17 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353312"/>
            <a:ext cx="32004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能不能当成完成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19072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83664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视觉输入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83664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16 轮由脸触发，四类情绪都有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883664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2F6F4E"/>
                </a:solidFill>
                <a:latin typeface="WenQuanYi Micro Hei"/>
                <a:ea typeface="WenQuanYi Micro Hei"/>
                <a:cs typeface="WenQuanYi Micro Hei"/>
              </a:rPr>
              <a:t>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32304"/>
            <a:ext cx="11247120" cy="713232"/>
          </a:xfrm>
          <a:prstGeom prst="rect">
            <a:avLst/>
          </a:prstGeom>
          <a:solidFill>
            <a:srgbClr val="FB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96896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语音输入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596896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录音和识别都是 0，没有唤醒行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596896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不能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5536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10128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端侧模型判断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310128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请求了端侧模型，实际是规则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310128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不能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58768"/>
            <a:ext cx="11247120" cy="713232"/>
          </a:xfrm>
          <a:prstGeom prst="rect">
            <a:avLst/>
          </a:prstGeom>
          <a:solidFill>
            <a:srgbClr val="FB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23360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判断耗时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023360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约 0.001 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023360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只代表规则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736592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身体动作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4736592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播放约 2.3–8.8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736592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是短语，不是 MoMask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85232"/>
            <a:ext cx="11247120" cy="713232"/>
          </a:xfrm>
          <a:prstGeom prst="rect">
            <a:avLst/>
          </a:prstGeom>
          <a:solidFill>
            <a:srgbClr val="FB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449824"/>
            <a:ext cx="310896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MoMask 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5449824"/>
            <a:ext cx="45720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这张表没有这一列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5449824"/>
            <a:ext cx="25603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>
                <a:solidFill>
                  <a:srgbClr val="A33B2B"/>
                </a:solidFill>
                <a:latin typeface="WenQuanYi Micro Hei"/>
                <a:ea typeface="WenQuanYi Micro Hei"/>
                <a:cs typeface="WenQuanYi Micro Hei"/>
              </a:rPr>
              <a:t>还没测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相对标准路径，还差什么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471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44168"/>
            <a:ext cx="107899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输入差一路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09928"/>
            <a:ext cx="10789920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视觉有了，听觉没有。多模态现在实际是单模态。语音小板要先把「小幻小幻」送进程序，表里出现 wakeup，并且录音时间大于 0。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8880"/>
            <a:ext cx="112471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107899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判断还不是模型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10789920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权重在，运行库不在。树莓派是 aarch64，现成的 llama-cpp 轮子对不上。装上之前，不能汇报端侧模型的推理时间。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03320"/>
            <a:ext cx="112471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13048"/>
            <a:ext cx="107899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生成还没接到身体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78808"/>
            <a:ext cx="10789920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MoMask 可以按文字出关节，但没有从人体关节到 TonyPi 16 个舵机的实时对应。所以身体仍播工厂动作，不播生成结果。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37760"/>
            <a:ext cx="112471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047488"/>
            <a:ext cx="107899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临时出口自己的问题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13248"/>
            <a:ext cx="10789920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短语会重复同类转身，也会把举手和下蹲排在一起。这是出口质量，不是生成模型的结果。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下阶段按这条路径往前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097280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顺序不要反过来：先补输入，再让判断真的是模型，然后才让 MoMask 上身。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C45C26"/>
                </a:solidFill>
                <a:latin typeface="WenQuanYi Micro He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9888"/>
            <a:ext cx="9875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补上语音输入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73936"/>
            <a:ext cx="987552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接通唤醒。日志里要有 wakeup，录音大于 0。脸和语音一起进同一次判断。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87168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C45C26"/>
                </a:solidFill>
                <a:latin typeface="WenQuanYi Micro He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596896"/>
            <a:ext cx="9875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让端侧模型真正判断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80944"/>
            <a:ext cx="987552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在 aarch64 上装上 llama-cpp，用已有的 Qwen 权重。表里的实际决策不再是规则，并记下推理时间。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94176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86784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C45C26"/>
                </a:solidFill>
                <a:latin typeface="WenQuanYi Micro He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03904"/>
            <a:ext cx="9875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用同一次判断跑 MoMask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187952"/>
            <a:ext cx="987552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模型写出的动作描述交给 MoMask，只生成关节文件，先不驱动舵机。把生成时间写进同一张表。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01184"/>
            <a:ext cx="112471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D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93792"/>
            <a:ext cx="502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C45C26"/>
                </a:solidFill>
                <a:latin typeface="WenQuanYi Micro He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10912"/>
            <a:ext cx="98755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再考虑替换临时出口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394960"/>
            <a:ext cx="987552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有了关节到 16 舵机的对应之后，身体才改播生成结果。在那之前，短语继续负责能看的动作，并把重复和碰撞收干净。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汇报时可以怎么说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109728" cy="10058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路径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481328"/>
            <a:ext cx="8595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要做的是：多模态情绪进来，端侧模型做判断，MoMask 生成动作。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109728" cy="100584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72491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这一阶段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70048"/>
            <a:ext cx="8595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视觉输入和「判断带动身体」已经在真机上看到。判断目前是规则替身，动作目前是预设短语。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657600"/>
            <a:ext cx="109728" cy="100584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1363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不要说成完成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858768"/>
            <a:ext cx="8595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不要说语音已经多模态，不要说端侧模型已经在判断，不要说机器人在播 MoMask。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846320"/>
            <a:ext cx="109728" cy="1005840"/>
          </a:xfrm>
          <a:prstGeom prst="rect">
            <a:avLst/>
          </a:prstGeom>
          <a:solidFill>
            <a:srgbClr val="1B3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B3A4B"/>
                </a:solidFill>
                <a:latin typeface="WenQuanYi Micro Hei"/>
                <a:ea typeface="WenQuanYi Micro Hei"/>
                <a:cs typeface="WenQuanYi Micro 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047488"/>
            <a:ext cx="85953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1C2430"/>
                </a:solidFill>
                <a:latin typeface="WenQuanYi Micro Hei"/>
                <a:ea typeface="WenQuanYi Micro Hei"/>
                <a:cs typeface="WenQuanYi Micro Hei"/>
              </a:rPr>
              <a:t>先让语音进表，再让表里的决策变成模型，然后记一次 MoMask 只出关节的时间。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标准路径：多模态输入 → 端侧判断 → MoMask 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510528"/>
            <a:ext cx="1280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>
                <a:solidFill>
                  <a:srgbClr val="5C6B73"/>
                </a:solidFill>
                <a:latin typeface="WenQuanYi Micro Hei"/>
                <a:ea typeface="WenQuanYi Micro Hei"/>
                <a:cs typeface="WenQuanYi Micro He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