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E7D3C4"/>
                </a:solidFill>
                <a:latin typeface="WenQuanYi Micro Hei"/>
                <a:ea typeface="WenQuanYi Micro Hei"/>
                <a:cs typeface="WenQuanYi Micro Hei"/>
              </a:rPr>
              <a:t>组会阶段汇报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TonyPi 多模态情绪动作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D5DEE4"/>
                </a:solidFill>
                <a:latin typeface="WenQuanYi Micro Hei"/>
                <a:ea typeface="WenQuanYi Micro Hei"/>
                <a:cs typeface="WenQuanYi Micro Hei"/>
              </a:rPr>
              <a:t>人脸识别  ·  778 条动作短语  ·  WonderPi 入口  ·  真机延迟记录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F6F3EE"/>
                </a:solidFill>
                <a:latin typeface="WenQuanYi Micro Hei"/>
                <a:ea typeface="WenQuanYi Micro Hei"/>
                <a:cs typeface="WenQuanYi Micro Hei"/>
              </a:rPr>
              <a:t>本阶段：先让机器人按表情做一组不重复的社交动作，并记下每一步耗时。
语音唤醒和端侧大模型尚未在真机上跑通。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C5D0D6"/>
                </a:solidFill>
                <a:latin typeface="WenQuanYi Micro Hei"/>
                <a:ea typeface="WenQuanYi Micro Hei"/>
                <a:cs typeface="WenQuanYi Micro Hei"/>
              </a:rPr>
              <a:t>2026年9月23日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本阶段目标与已完成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09728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目标是真机上能看见表情对应的动作，而不是先接 MoMask 关节。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91440" cy="1078992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08176"/>
            <a:ext cx="2011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444752"/>
            <a:ext cx="8503920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摄像头看脸，语音听唤醒。按情绪从 778 条短语里选一组 2–3 个动作。连续几组不要看起来一样。每次把耗时写进表。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68880"/>
            <a:ext cx="11247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91440" cy="1078992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96896"/>
            <a:ext cx="2011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已接到机器人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633472"/>
            <a:ext cx="8503920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WonderPi 里原有的「人脸检测」就是入口，没有新按钮。点进去会先挥手，脸留在画面里就播一组动作。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11247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91440" cy="1078992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85616"/>
            <a:ext cx="2011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情绪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822192"/>
            <a:ext cx="8503920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使用板上的 FaceExpression。四类都出现过：高兴、中性、不高兴、惊讶。单帧大约 0.02 秒。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846320"/>
            <a:ext cx="112471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846320"/>
            <a:ext cx="91440" cy="1078992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74336"/>
            <a:ext cx="2011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动作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010912"/>
            <a:ext cx="8503920" cy="7680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778 条社交短语。踢、打类不播。身体仍播工厂动作文件。16 路舵机坐标是按机身尺寸算的对照表，不直接驱动舵机。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TonyPi 多模态情绪动作  ·  组会汇报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现在的链路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09728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手机只负责打开「人脸检测」。识别和选动作都在机器人里。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54480"/>
            <a:ext cx="21488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C45C26"/>
                </a:solidFill>
                <a:latin typeface="WenQuanYi Micro He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人脸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1874519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FaceExpression
约 0.02 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3317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C45C26"/>
                </a:solidFill>
                <a:latin typeface="WenQuanYi Micro Hei"/>
                <a:ea typeface="WenQuanYi Micro Hei"/>
                <a:cs typeface="WenQuanYi Micro 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554480"/>
            <a:ext cx="21488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691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C45C26"/>
                </a:solidFill>
                <a:latin typeface="WenQuanYi Micro He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1031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语音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606040"/>
            <a:ext cx="1874519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唤醒后录音
本轮未进入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3317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C45C26"/>
                </a:solidFill>
                <a:latin typeface="WenQuanYi Micro Hei"/>
                <a:ea typeface="WenQuanYi Micro Hei"/>
                <a:cs typeface="WenQuanYi Micro 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554480"/>
            <a:ext cx="21488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1691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C45C26"/>
                </a:solidFill>
                <a:latin typeface="WenQuanYi Micro Hei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1031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决策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606040"/>
            <a:ext cx="1874519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想用端侧 Qwen
实际落到规则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3317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C45C26"/>
                </a:solidFill>
                <a:latin typeface="WenQuanYi Micro Hei"/>
                <a:ea typeface="WenQuanYi Micro Hei"/>
                <a:cs typeface="WenQuanYi Micro 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39" y="1554480"/>
            <a:ext cx="21488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799" y="1691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C45C26"/>
                </a:solidFill>
                <a:latin typeface="WenQuanYi Micro Hei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799" y="21031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短语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799" y="2606040"/>
            <a:ext cx="1874519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778 选 1 组
2–3 个动作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23317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C45C26"/>
                </a:solidFill>
                <a:latin typeface="WenQuanYi Micro Hei"/>
                <a:ea typeface="WenQuanYi Micro Hei"/>
                <a:cs typeface="WenQuanYi Micro He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38360" y="1554480"/>
            <a:ext cx="21488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16916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C45C26"/>
                </a:solidFill>
                <a:latin typeface="WenQuanYi Micro Hei"/>
                <a:ea typeface="WenQuanYi Micro Hei"/>
                <a:cs typeface="WenQuanYi Micro 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1031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记录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606040"/>
            <a:ext cx="1874519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每轮一行
wonderpi_latency.csv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16052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真机 17 轮：1 次是点进按钮，16 次是看到脸之后自动播。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决策请求的是 edge_auto。表里每一行的实际决策都是 edge_rule。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从开始到决定播哪一组，几乎等于动作播放时间，大约 2 到 9 秒。识别本身不是这段时间。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TonyPi 多模态情绪动作  ·  组会汇报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真机日志：17 轮里实际发生了什么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09728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来源：wonderpi_latency.csv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47120" cy="420624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35024"/>
            <a:ext cx="22860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335024"/>
            <a:ext cx="356616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日志里的结果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335024"/>
            <a:ext cx="466344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说明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00784"/>
            <a:ext cx="1124712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触发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828800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enter ×1，face ×16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828800"/>
            <a:ext cx="4663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没有 wakeup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22576"/>
            <a:ext cx="11247120" cy="621792"/>
          </a:xfrm>
          <a:prstGeom prst="rect">
            <a:avLst/>
          </a:prstGeom>
          <a:solidFill>
            <a:srgbClr val="FB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45059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录音 / 语音识别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450592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全部为 0，文本为空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450592"/>
            <a:ext cx="4663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唤醒词没有进程序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44368"/>
            <a:ext cx="1124712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072384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人脸情绪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072384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高兴、中性、不高兴、惊讶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072384"/>
            <a:ext cx="4663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脸这条是通的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66160"/>
            <a:ext cx="11247120" cy="621792"/>
          </a:xfrm>
          <a:prstGeom prst="rect">
            <a:avLst/>
          </a:prstGeom>
          <a:solidFill>
            <a:srgbClr val="FB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694176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人脸耗时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694176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约 0.018–0.022 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694176"/>
            <a:ext cx="4663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不是瓶颈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187952"/>
            <a:ext cx="1124712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315968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决策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315968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请求 edge_auto，实际 edge_rule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315968"/>
            <a:ext cx="4663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No module named llama_cpp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09744"/>
            <a:ext cx="11247120" cy="621792"/>
          </a:xfrm>
          <a:prstGeom prst="rect">
            <a:avLst/>
          </a:prstGeom>
          <a:solidFill>
            <a:srgbClr val="FB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9377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决策耗时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4937760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约 0.001 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937760"/>
            <a:ext cx="4663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规则，不是大模型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431536"/>
            <a:ext cx="1124712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55955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动作播放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5559552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约 2.3–8.8 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5559552"/>
            <a:ext cx="4663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身体在动，所以总时间长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TonyPi 多模态情绪动作  ·  组会汇报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存在的问题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09728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都对应这张表，或对应表里能看到的动作名字。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56235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91440" cy="2194560"/>
          </a:xfrm>
          <a:prstGeom prst="rect">
            <a:avLst/>
          </a:prstGeom>
          <a:solidFill>
            <a:srgbClr val="A33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语音完全没有唤醒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120640" cy="1325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17 轮的触发只有 enter 和 face。录音、识别、文本都是空的，连识别错误都没有。程序没收到「小幻小幻」，语音小板没有把词送进 /dev/ttyUSB0。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6235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91440" cy="2194560"/>
          </a:xfrm>
          <a:prstGeom prst="rect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0876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端侧大模型没有跑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11680"/>
            <a:ext cx="5120640" cy="1325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权重文件在机器人上，运行库没有。每一行都退回规则，决策约 0.001 秒。这不是 Qwen 的耗时。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703320"/>
            <a:ext cx="56235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703320"/>
            <a:ext cx="91440" cy="219456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8620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动作看起来在重复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89120"/>
            <a:ext cx="5120640" cy="1325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规则只禁止完全同名的片段，而且只禁 3 轮。左转和右转算两个名字，所以隔几轮又是一次转身。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03320"/>
            <a:ext cx="56235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703320"/>
            <a:ext cx="91440" cy="219456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88620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手臂和腿会碰到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389120"/>
            <a:ext cx="5120640" cy="1325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举手、挥手可以和鞠躬、下蹲排在同一组。这两组关节叠在一起，前臂会碰到腿。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TonyPi 多模态情绪动作  ·  组会汇报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针对重复和碰撞已改的规则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09728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代码已写好。要在机器人上再装一次，才会体现在下一次测试里。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44752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原来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44752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现在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4864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1828800"/>
            <a:ext cx="5577840" cy="868680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5120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只禁同名片段，禁 3 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029968"/>
            <a:ext cx="5212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F6F4E"/>
                </a:solidFill>
                <a:latin typeface="WenQuanYi Micro Hei"/>
                <a:ea typeface="WenQuanYi Micro Hei"/>
                <a:cs typeface="WenQuanYi Micro Hei"/>
              </a:rPr>
              <a:t>同名片段禁 6 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88920"/>
            <a:ext cx="54864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788920"/>
            <a:ext cx="5577840" cy="868680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90088"/>
            <a:ext cx="5120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左转、右转当成不同动作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990088"/>
            <a:ext cx="5212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F6F4E"/>
                </a:solidFill>
                <a:latin typeface="WenQuanYi Micro Hei"/>
                <a:ea typeface="WenQuanYi Micro Hei"/>
                <a:cs typeface="WenQuanYi Micro Hei"/>
              </a:rPr>
              <a:t>所有转身算一类，接下来 4 组不再转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49040"/>
            <a:ext cx="54864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3749040"/>
            <a:ext cx="5577840" cy="868680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50208"/>
            <a:ext cx="5120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侧步、举手、下蹲也各自可马上再来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950208"/>
            <a:ext cx="5212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F6F4E"/>
                </a:solidFill>
                <a:latin typeface="WenQuanYi Micro Hei"/>
                <a:ea typeface="WenQuanYi Micro Hei"/>
                <a:cs typeface="WenQuanYi Micro Hei"/>
              </a:rPr>
              <a:t>侧步、前进后退、举手、鞠躬、下蹲各自成类，同样隔开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709160"/>
            <a:ext cx="54864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4709160"/>
            <a:ext cx="5577840" cy="868680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10328"/>
            <a:ext cx="5120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举手可以接着鞠躬或下蹲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910328"/>
            <a:ext cx="5212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F6F4E"/>
                </a:solidFill>
                <a:latin typeface="WenQuanYi Micro Hei"/>
                <a:ea typeface="WenQuanYi Micro Hei"/>
                <a:cs typeface="WenQuanYi Micro Hei"/>
              </a:rPr>
              <a:t>这两组不再放进同一条短语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TonyPi 多模态情绪动作  ·  组会汇报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下阶段计划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09728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先把已经改过的规则装回机器人，再补语音。大模型排在语音之后。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C45C26"/>
                </a:solidFill>
                <a:latin typeface="WenQuanYi Micro He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08176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再上机验证动作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83080"/>
            <a:ext cx="9875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重新安装后连测十几轮。看表里相邻几组是否还出现同一类转身或举手。同时看手臂和下蹲是否还叠在一起。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87168"/>
            <a:ext cx="11247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79776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C45C26"/>
                </a:solidFill>
                <a:latin typeface="WenQuanYi Micro He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15184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接通语音唤醒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90088"/>
            <a:ext cx="9875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确认语音小板在 /dev/ttyUSB0。说「小幻小幻」后，表里要出现一行 wakeup，并且录音时间大于 0。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94176"/>
            <a:ext cx="11247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86784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C45C26"/>
                </a:solidFill>
                <a:latin typeface="WenQuanYi Micro Hei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22192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再测语音识别耗时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97096"/>
            <a:ext cx="9875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唤醒通了之后，才安装本地识别。现在表里没有这一列的有效数字，不能报一个识别时间。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01184"/>
            <a:ext cx="11247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D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193792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C45C26"/>
                </a:solidFill>
                <a:latin typeface="WenQuanYi Micro Hei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029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端侧大模型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404104"/>
            <a:ext cx="9875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权重已经在机器人上。缺的是 aarch64 上的 llama-cpp。装上之前，决策继续用规则，不把 0.001 秒说成模型时间。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TonyPi 多模态情绪动作  ·  组会汇报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这一阶段可以怎么说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09728" cy="96012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做成了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307592"/>
            <a:ext cx="84124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WonderPi「人脸检测」能看脸，并按四类情绪播社交动作。耗时表能分开人脸、决策和动作播放。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77440"/>
            <a:ext cx="109728" cy="96012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还没做成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450592"/>
            <a:ext cx="84124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语音唤醒没有进日志。端侧 Qwen 没有运行。MoMask 关节不驱动舵机。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520440"/>
            <a:ext cx="109728" cy="96012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日志说明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593592"/>
            <a:ext cx="84124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人会感觉到的等待，主要是动作播放的 2 到 9 秒，不是识别。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663440"/>
            <a:ext cx="109728" cy="96012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70916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3A4B"/>
                </a:solidFill>
                <a:latin typeface="WenQuanYi Micro Hei"/>
                <a:ea typeface="WenQuanYi Micro Hei"/>
                <a:cs typeface="WenQuanYi Micro Hei"/>
              </a:rPr>
              <a:t>下一步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736592"/>
            <a:ext cx="84124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C2430"/>
                </a:solidFill>
                <a:latin typeface="WenQuanYi Micro Hei"/>
                <a:ea typeface="WenQuanYi Micro Hei"/>
                <a:cs typeface="WenQuanYi Micro Hei"/>
              </a:rPr>
              <a:t>先复测去重和碰撞，再让表里出现 wakeup，最后才测大模型和语音识别时间。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TonyPi 多模态情绪动作  ·  组会汇报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6B73"/>
                </a:solidFill>
                <a:latin typeface="WenQuanYi Micro Hei"/>
                <a:ea typeface="WenQuanYi Micro Hei"/>
                <a:cs typeface="WenQuanYi Micro 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